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3" d="100"/>
          <a:sy n="83" d="100"/>
        </p:scale>
        <p:origin x="19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7A276-17BA-4BBB-B833-E25AA40167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EACC7-56C5-4A14-8DA2-4B91102A9A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0518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7A276-17BA-4BBB-B833-E25AA40167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EACC7-56C5-4A14-8DA2-4B91102A9A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581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7A276-17BA-4BBB-B833-E25AA40167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EACC7-56C5-4A14-8DA2-4B91102A9A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85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7A276-17BA-4BBB-B833-E25AA40167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EACC7-56C5-4A14-8DA2-4B91102A9A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2772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7A276-17BA-4BBB-B833-E25AA40167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EACC7-56C5-4A14-8DA2-4B91102A9A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6303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7A276-17BA-4BBB-B833-E25AA40167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EACC7-56C5-4A14-8DA2-4B91102A9A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1230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7A276-17BA-4BBB-B833-E25AA40167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EACC7-56C5-4A14-8DA2-4B91102A9A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1895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7A276-17BA-4BBB-B833-E25AA40167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EACC7-56C5-4A14-8DA2-4B91102A9A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1275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7A276-17BA-4BBB-B833-E25AA40167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EACC7-56C5-4A14-8DA2-4B91102A9A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4365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7A276-17BA-4BBB-B833-E25AA40167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EACC7-56C5-4A14-8DA2-4B91102A9A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3561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7A276-17BA-4BBB-B833-E25AA40167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EACC7-56C5-4A14-8DA2-4B91102A9A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0905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7A276-17BA-4BBB-B833-E25AA4016702}" type="datetimeFigureOut">
              <a:rPr lang="zh-TW" altLang="en-US" smtClean="0"/>
              <a:t>2025/11/12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0EACC7-56C5-4A14-8DA2-4B91102A9AA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008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群組 25"/>
          <p:cNvGrpSpPr/>
          <p:nvPr/>
        </p:nvGrpSpPr>
        <p:grpSpPr>
          <a:xfrm>
            <a:off x="1809705" y="877676"/>
            <a:ext cx="7379223" cy="5550419"/>
            <a:chOff x="1809705" y="877676"/>
            <a:chExt cx="7379223" cy="5550419"/>
          </a:xfrm>
        </p:grpSpPr>
        <p:pic>
          <p:nvPicPr>
            <p:cNvPr id="16" name="圖片 1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9705" y="877676"/>
              <a:ext cx="7379223" cy="5550419"/>
            </a:xfrm>
            <a:prstGeom prst="rect">
              <a:avLst/>
            </a:prstGeom>
          </p:spPr>
        </p:pic>
        <p:sp>
          <p:nvSpPr>
            <p:cNvPr id="17" name="文字方塊 16"/>
            <p:cNvSpPr txBox="1"/>
            <p:nvPr/>
          </p:nvSpPr>
          <p:spPr>
            <a:xfrm>
              <a:off x="7855477" y="4826797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 smtClean="0"/>
                <a:t>是</a:t>
              </a:r>
              <a:endParaRPr lang="zh-TW" altLang="en-US" b="1" dirty="0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7080190" y="365288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 smtClean="0"/>
                <a:t>是</a:t>
              </a:r>
              <a:endParaRPr lang="zh-TW" altLang="en-US" b="1" dirty="0"/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4063612" y="223096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 smtClean="0"/>
                <a:t>是</a:t>
              </a:r>
              <a:endParaRPr lang="zh-TW" altLang="en-US" b="1" dirty="0"/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3869546" y="356866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 smtClean="0"/>
                <a:t>是</a:t>
              </a:r>
              <a:endParaRPr lang="zh-TW" altLang="en-US" b="1" dirty="0"/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2728571" y="3539931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 smtClean="0"/>
                <a:t>否</a:t>
              </a:r>
              <a:endParaRPr lang="zh-TW" altLang="en-US" b="1" dirty="0"/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5830203" y="361077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 smtClean="0"/>
                <a:t>否</a:t>
              </a:r>
              <a:endParaRPr lang="zh-TW" altLang="en-US" b="1" dirty="0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6664692" y="4826797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 smtClean="0"/>
                <a:t>否</a:t>
              </a:r>
              <a:endParaRPr lang="zh-TW" altLang="en-US" b="1" dirty="0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5785940" y="223096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 smtClean="0"/>
                <a:t>否</a:t>
              </a:r>
              <a:endParaRPr lang="zh-TW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249894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</Words>
  <Application>Microsoft Office PowerPoint</Application>
  <PresentationFormat>寬螢幕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wits</dc:creator>
  <cp:lastModifiedBy>wits</cp:lastModifiedBy>
  <cp:revision>2</cp:revision>
  <dcterms:created xsi:type="dcterms:W3CDTF">2025-11-12T08:53:25Z</dcterms:created>
  <dcterms:modified xsi:type="dcterms:W3CDTF">2025-11-12T08:59:07Z</dcterms:modified>
</cp:coreProperties>
</file>